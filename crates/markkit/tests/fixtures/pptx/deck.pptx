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hiring freeze.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q3" TargetMode="Externa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pPr lvl="1"/>
            <a:r>
              <a:t>EMEA strongest</a:t>
            </a:r>
          </a:p>
          <a:p>
            <a:r>
              <a:rPr b="1"/>
              <a:t>Bold </a:t>
            </a:r>
            <a:r>
              <a:rPr>
                <a:hlinkClick r:id="rId2"/>
              </a:rPr>
              <a:t>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1.2M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 | 1.0M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hidden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